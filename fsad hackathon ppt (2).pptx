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58" r:id="rId4"/>
    <p:sldId id="261" r:id="rId5"/>
    <p:sldId id="265" r:id="rId6"/>
    <p:sldId id="259" r:id="rId7"/>
    <p:sldId id="267" r:id="rId8"/>
    <p:sldId id="266" r:id="rId9"/>
    <p:sldId id="262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3915" y="872499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FULL STACK DEVELOPMENT</a:t>
            </a:r>
            <a:br>
              <a:rPr lang="en-US" sz="42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(24SDCS02)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MULTI VENDOR MARKETPLACE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0358" y="3210767"/>
            <a:ext cx="4551284" cy="1955623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</a:rPr>
              <a:t>Team Members: </a:t>
            </a:r>
          </a:p>
          <a:p>
            <a:r>
              <a:rPr lang="en-US" sz="2000" dirty="0">
                <a:solidFill>
                  <a:srgbClr val="0070C0"/>
                </a:solidFill>
              </a:rPr>
              <a:t>Satwika Reddy- 2420030172</a:t>
            </a:r>
          </a:p>
          <a:p>
            <a:r>
              <a:rPr lang="en-US" sz="2000" dirty="0">
                <a:solidFill>
                  <a:srgbClr val="0070C0"/>
                </a:solidFill>
              </a:rPr>
              <a:t>         Divya Lahari- 2420090041</a:t>
            </a:r>
          </a:p>
          <a:p>
            <a:r>
              <a:rPr lang="en-US" sz="2000" dirty="0">
                <a:solidFill>
                  <a:srgbClr val="0070C0"/>
                </a:solidFill>
              </a:rPr>
              <a:t>Sahasra- 2420030459</a:t>
            </a:r>
          </a:p>
          <a:p>
            <a:r>
              <a:rPr lang="en-US" sz="2000" dirty="0">
                <a:solidFill>
                  <a:srgbClr val="0070C0"/>
                </a:solidFill>
              </a:rPr>
              <a:t>Vokitha-2420030462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dirty="0">
                <a:solidFill>
                  <a:srgbClr val="0070C0"/>
                </a:solidFill>
              </a:rPr>
              <a:t>Assistant Professor</a:t>
            </a:r>
          </a:p>
          <a:p>
            <a:r>
              <a:rPr lang="en-US" dirty="0">
                <a:solidFill>
                  <a:srgbClr val="0070C0"/>
                </a:solidFill>
              </a:rPr>
              <a:t>Dr. Dwarakanath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F7F60-9262-3E0E-B023-1D61FF904786}"/>
              </a:ext>
            </a:extLst>
          </p:cNvPr>
          <p:cNvSpPr txBox="1"/>
          <p:nvPr/>
        </p:nvSpPr>
        <p:spPr>
          <a:xfrm>
            <a:off x="1181819" y="1492370"/>
            <a:ext cx="963570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project aims to develop a modern multi-vendor marketplace platform that enables multiple sellers to list products and buyers to purchase items through a unified cart and split-order 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includes separate dashboards for admin, sellers, and buyers, ensuring role-based access and management.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focuses on enhancing user experience through a professional UI, real-time analytics dashboards, graphical insights, and responsive design.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improves marketplace transparency by providing seller approval workflows, order tracking, dispute management, and commission handling. The frontend redesign ensures enterprise-level usability without modifying backend logic.</a:t>
            </a:r>
            <a:br>
              <a:rPr lang="en-US" sz="2200" dirty="0"/>
            </a:b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0730A-8D77-4E90-A838-6D90E9F7B9CD}"/>
              </a:ext>
            </a:extLst>
          </p:cNvPr>
          <p:cNvSpPr txBox="1"/>
          <p:nvPr/>
        </p:nvSpPr>
        <p:spPr>
          <a:xfrm>
            <a:off x="838200" y="1371600"/>
            <a:ext cx="105156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have evolved into multi-vendor ecosystems where multiple sellers operate under a single marketplace.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implementations often lack structured dashboards, proper analytics, and intuitive UI designs.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introduces a modern multi-vendor marketplace that supports buyer-seller interactions, order splitting, seller approvals, and administrative control.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professional user interface, graphical analytics, and responsive layouts for improved usability.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enhances operational efficiency while maintaining secure and scalable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B4C34-588A-6AED-66A1-08B501A272E0}"/>
              </a:ext>
            </a:extLst>
          </p:cNvPr>
          <p:cNvSpPr txBox="1"/>
          <p:nvPr/>
        </p:nvSpPr>
        <p:spPr>
          <a:xfrm>
            <a:off x="1190445" y="1492370"/>
            <a:ext cx="883344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marketplace UI implementation suffers from the following issues: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and non-professional user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graphical dashboards and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 not clearly displaying approved sellers.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product catalog layout.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KPI metrics for admin, sellers, or buyers.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responsiveness across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data visualization and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.Inconsistent spacing and typography.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structured card-based layout.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limitations reduce usability, scalability, and professional presentation of the platform.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 with Justification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71768-8289-99E4-1338-9F66DF4659E3}"/>
              </a:ext>
            </a:extLst>
          </p:cNvPr>
          <p:cNvSpPr txBox="1"/>
          <p:nvPr/>
        </p:nvSpPr>
        <p:spPr>
          <a:xfrm>
            <a:off x="1078948" y="1004016"/>
            <a:ext cx="988587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 Develop Professional UI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 Enhances user experience and improves platform credibility.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 Implement Admin Analytics Dashboard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 Provides insights into seller performance and marketplace activity.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 Improve Product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 Makes browsing intuitive and visually appealing.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 Add Seller Approval Management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 Ensures quality control for marketplace listings.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5: Introduce Graphical Data Visualization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 Helps users understand trends quickly.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6: Create Responsive Layout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 Ensures usability across mobile, tablet, and desktop devices.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7: Maintain Non-breaking Backend Architecture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 Preserves existing business logic and API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8095A-0EA8-2632-298B-A90DFC4D4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525" y="931654"/>
            <a:ext cx="9083615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827251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" name="TextBox 2"/>
          <p:cNvSpPr txBox="1"/>
          <p:nvPr/>
        </p:nvSpPr>
        <p:spPr>
          <a:xfrm>
            <a:off x="2660072" y="198800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</a:rPr>
              <a:t>Modules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11CAE4-F24F-66E5-4841-79FAA03B2071}"/>
              </a:ext>
            </a:extLst>
          </p:cNvPr>
          <p:cNvSpPr txBox="1"/>
          <p:nvPr/>
        </p:nvSpPr>
        <p:spPr>
          <a:xfrm>
            <a:off x="1230701" y="1199072"/>
            <a:ext cx="519310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Page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redirection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Approval Page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Page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Monitoring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Dispute Management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22532-86F6-8375-5226-FB72CFA5B1A5}"/>
              </a:ext>
            </a:extLst>
          </p:cNvPr>
          <p:cNvSpPr txBox="1"/>
          <p:nvPr/>
        </p:nvSpPr>
        <p:spPr>
          <a:xfrm>
            <a:off x="6590581" y="1199072"/>
            <a:ext cx="489117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Buyer Module :</a:t>
            </a:r>
            <a:b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b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  <a:b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Checkout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  <a:b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  <a:b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Disputes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Module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Dashboard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Orders Management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Analytics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378327" y="296543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90640" y="336908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</a:rPr>
              <a:t>Conclusion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EEF790-B4B5-7B03-4FF5-1C5E2C221B15}"/>
              </a:ext>
            </a:extLst>
          </p:cNvPr>
          <p:cNvSpPr txBox="1"/>
          <p:nvPr/>
        </p:nvSpPr>
        <p:spPr>
          <a:xfrm>
            <a:off x="1388852" y="1595886"/>
            <a:ext cx="93424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multi-vendor marketplace UI redesign significantly improves the usability and visual quality of the system. By integrating professional dashboards, graphical analytics, and responsive design, the platform becomes more scalable and user-friendly. The solution maintains the existing backend architecture while delivering a modern enterprise-grade interface. This enhancement ensures better marketplace management, improved buyer-seller interactions, and overall system efficiency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76803-4505-8D68-1253-20BD1B1F7817}"/>
              </a:ext>
            </a:extLst>
          </p:cNvPr>
          <p:cNvSpPr txBox="1"/>
          <p:nvPr/>
        </p:nvSpPr>
        <p:spPr>
          <a:xfrm>
            <a:off x="1751161" y="1397479"/>
            <a:ext cx="8367623" cy="361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Nielsen, Jakob. "Usability Engineering", Academic Press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Krug, Steve. "Don't Make Me Think", New Riders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 Guidelines — Google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Documentation — Meta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UI Documentation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Recharts Data Visualization Library Documentation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W3C Web Accessibility Guidelines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Multi-vendor Marketplace Architecture Research Papers05:50 PM</a:t>
            </a:r>
          </a:p>
          <a:p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657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       FULL STACK DEVELOPMENT (24SDCS02)  MULTI VENDOR MARKETPLACE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Divya Lahari</cp:lastModifiedBy>
  <cp:revision>20</cp:revision>
  <dcterms:created xsi:type="dcterms:W3CDTF">2024-08-29T05:25:00Z</dcterms:created>
  <dcterms:modified xsi:type="dcterms:W3CDTF">2026-03-28T02:50:10Z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